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VYAPAR 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Multi-Vendor E-Commerce Marketplace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566160"/>
            <a:ext cx="2103120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 Full-Stack Web Application built with PHP · MySQL · Bootstrap 5 · JavaScript · AJAX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By:  Rakesh Sharma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28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33472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88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63824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892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94175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19575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24528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499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ER Diagram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80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85231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1063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User Roles &amp; Authentication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815583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840983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Customer 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103120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128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Vendor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33472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6588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Admin Module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63824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1892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Product Catalog &amp; Shop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694175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719575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Order &amp; Payment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24528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2499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Key Features Summary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54880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780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Screenshots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285231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31063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🔴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Small vendors in India lack affordable e-commerce platforms</a:t>
            </a:r>
          </a:p>
          <a:p>
            <a:pPr>
              <a:spcBef>
                <a:spcPts val="6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Building an independent online store is expensive &amp; complex</a:t>
            </a:r>
          </a:p>
          <a:p>
            <a:pPr>
              <a:spcBef>
                <a:spcPts val="6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Customers struggle to discover local / regional sellers</a:t>
            </a:r>
          </a:p>
          <a:p>
            <a:pPr>
              <a:spcBef>
                <a:spcPts val="6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No unified platform connecting buyers with multiple vendors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🟢  Our Solution — Vyapar Setu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743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A multi-vendor marketplace where any vendor can register, list products, and sell to customers</a:t>
            </a:r>
          </a:p>
          <a:p>
            <a:pPr>
              <a:spcBef>
                <a:spcPts val="6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Role-based dashboards for Customer, Vendor &amp; Admin</a:t>
            </a:r>
          </a:p>
          <a:p>
            <a:pPr>
              <a:spcBef>
                <a:spcPts val="6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"Vyapar Setu" means "Bridge of Commerce" — connecting sellers &amp; buyers seamlessly</a:t>
            </a:r>
          </a:p>
          <a:p>
            <a:pPr>
              <a:spcBef>
                <a:spcPts val="6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5 product categories: Electronics, Fashion, Spices, Home &amp; Living, Beauty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28016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🎯  Multi-Vendor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Enable multiple vendors to register, manage their stores, and sell products from a single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128016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🔐  Secure Role-Based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Implement 3-tier authentication (Customer, Vendor, Admin) with bcrypt hashing and session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120640" cy="128016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🛒  Full E-Commerce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Provide end-to-end shopping: browsing, cart, wishlist, checkout, order tracking, and payments.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20440"/>
            <a:ext cx="5120640" cy="128016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📊  Admin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Centralized admin panel for vendor approvals, product moderation, order oversight, and analytics.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120640" cy="128016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📱  Responsive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Mobile-first responsive UI built with Bootstrap 5 for seamless experience across all devices.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029200"/>
            <a:ext cx="5120640" cy="128016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66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⭐  Reviews &amp; Ratings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577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Allow customers to rate and review products; vendors can reply to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0116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40280"/>
            <a:ext cx="36576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103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HTML5, CSS3, Bootstrap 5, JavaScript, AJAX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61488"/>
            <a:ext cx="20116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990088"/>
            <a:ext cx="36576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8529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PHP 8.x (Procedural + PDO)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11296"/>
            <a:ext cx="201168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739896"/>
            <a:ext cx="36576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60273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MySQL / MariaDB (via XAMPP)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61104"/>
            <a:ext cx="2011680" cy="548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489704"/>
            <a:ext cx="365760" cy="381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35254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Apache (XAMPP)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10912"/>
            <a:ext cx="2011680" cy="5486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Libraries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5239512"/>
            <a:ext cx="365760" cy="381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51023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Chart.js, Bootstrap Icons, Google Fonts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19"/>
            <a:ext cx="201168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5989319"/>
            <a:ext cx="365760" cy="381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58521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phpMyAdmin, VS Code,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3-Tier MVC-Inspired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3200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926080"/>
            <a:ext cx="155448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HTML5 / CSS3 / Bootstrap 5 / JavaScript</a:t>
            </a:r>
            <a:br/>
            <a:r>
              <a:t>Responsive UI, AJAX calls, Dynamic DOM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94560"/>
            <a:ext cx="3383280" cy="3200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926080"/>
            <a:ext cx="155448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PHP 8.x — Routing, Session, Auth, Business Logic</a:t>
            </a:r>
            <a:br/>
            <a:r>
              <a:t>Includes: db.php, functions.php, auth.php, validation.php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94560"/>
            <a:ext cx="3383280" cy="3200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926080"/>
            <a:ext cx="155448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MySQL / MariaDB Database (16 Tables)</a:t>
            </a:r>
            <a:br/>
            <a:r>
              <a:t>PDO Prepared Statements, Foreign Key Constraints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60520" y="347472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726679" y="347472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Directory: admin/ · vendor/ · customer/ · api/ · ajax/ · includes/ · assets/ · uploads/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ER Diagram (Entity Relationship)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Database Entity Relationships — 16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645920"/>
            <a:ext cx="2286000" cy="1097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19933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21945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name, email,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23957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password_hash,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45920"/>
            <a:ext cx="2286000" cy="1097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9933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  FK: user_id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945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store_name, vendor_code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3957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gstin, commission_rate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286000" cy="1097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19933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21945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name, slug, 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3957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parent_id (self-ref)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474720"/>
            <a:ext cx="2286000" cy="12801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38221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40233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FK: vendor_id, category_id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42245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title, price,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442569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spotlight,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474720"/>
            <a:ext cx="2286000" cy="914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72B6"/>
                </a:solidFill>
                <a:latin typeface="Calibri"/>
              </a:defRPr>
            </a:pPr>
            <a:r>
              <a:t>Product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38221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  FK: product_id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40233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image_url, is_primary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474720"/>
            <a:ext cx="2286000" cy="914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38221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0233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FK: product_id, user_id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42245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rating, comment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5303520"/>
            <a:ext cx="2286000" cy="1097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56509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  FK: user_id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58521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order_number,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60533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total_amount, payment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5303520"/>
            <a:ext cx="2286000" cy="914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Calibri"/>
              </a:defRPr>
            </a:pPr>
            <a:r>
              <a:t>Order Items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565099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58521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FK: order_id, product_id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60533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quantity, price, 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303520"/>
            <a:ext cx="18288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5349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Cart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565099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  FK: user_id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5852160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session_id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0" y="5303520"/>
            <a:ext cx="18288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63240" y="5349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0672" y="565099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PK: id  FK: order_id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90672" y="5852160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transaction_id, amount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Relationships:  Users 1→N Vendors  |  Vendors 1→N Products  |  Products 1→N Images, Reviews  |  Users 1→N Orders 1→N OrderItems  |  Orders 1→1 Payments  |  + Cart, Wishlist, Notifications, Support Tickets, Activity Logs, Brands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16 Normalized Tables — MySQL / MariaDB with InnoDB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Table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920240"/>
            <a:ext cx="731520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Key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920240"/>
            <a:ext cx="137160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name, email, phone, password_hash, role, avatar,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286000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9464"/>
            <a:ext cx="201168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vendors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569464"/>
            <a:ext cx="73152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user_id(FK), vendor_code, store_name, gstin, category,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569464"/>
            <a:ext cx="13716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52928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852928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name, slug, icon, parent_id(FK→self), description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852928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36392"/>
            <a:ext cx="201168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brands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136392"/>
            <a:ext cx="73152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name, slug, logo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136392"/>
            <a:ext cx="13716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19856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419856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sku, vendor_id(FK), category_id(FK), title, price, stock, spotlight, 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3419856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Commerce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201168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product_images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703320"/>
            <a:ext cx="73152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product_id(FK), image_url, is_primary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703320"/>
            <a:ext cx="13716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Commerce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86784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cart / cart_items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3986784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cart: user_id, session_id  |  items: product_id, quantity, price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986784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Commerce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70248"/>
            <a:ext cx="201168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wishlist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270248"/>
            <a:ext cx="73152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user_id(FK), product_id(FK) — UNIQUE constraint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4270248"/>
            <a:ext cx="13716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Commerce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53712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orders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553712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order_number, user_id(FK), address, payment_method, total_amount,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4553712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Transactions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37176"/>
            <a:ext cx="201168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order_items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837176"/>
            <a:ext cx="73152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order_id(FK), product_id(FK), vendor_id(FK), quantity, 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837176"/>
            <a:ext cx="13716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Transactions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120640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payments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5120640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order_id(FK), transaction_id, amount, status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0" y="5120640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Transactions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404104"/>
            <a:ext cx="201168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reviews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404104"/>
            <a:ext cx="73152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product_id(FK), user_id(FK), rating(1-5), comment, vendor_response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5404104"/>
            <a:ext cx="13716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Engagement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687568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notifications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5687568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user_id(FK), title, message, is_read, type, link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5687568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Engagement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71032"/>
            <a:ext cx="201168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support_tickets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971032"/>
            <a:ext cx="73152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user_id(FK), ticket_no, subject, priority, status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0" y="5971032"/>
            <a:ext cx="1371600" cy="2651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Engagement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6254496"/>
            <a:ext cx="201168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activity_logs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0" y="6254496"/>
            <a:ext cx="73152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id, user_id(FK), action_description, ip_address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58400" y="6254496"/>
            <a:ext cx="1371600" cy="265176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Roles &amp;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29260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👤 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834640"/>
            <a:ext cx="155448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Browse products, add to cart/wishlist,</a:t>
            </a:r>
            <a:br/>
            <a:r>
              <a:t>place orders, track deliveries,</a:t>
            </a:r>
            <a:br/>
            <a:r>
              <a:t>write reviews, manage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103120"/>
            <a:ext cx="3383280" cy="29260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🏪 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2834640"/>
            <a:ext cx="155448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08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Register store, list products,</a:t>
            </a:r>
            <a:br/>
            <a:r>
              <a:t>manage inventory &amp; pricing,</a:t>
            </a:r>
            <a:br/>
            <a:r>
              <a:t>fulfill orders, reply to reviews,</a:t>
            </a:r>
            <a:br/>
            <a:r>
              <a:t>view sales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9" y="2103120"/>
            <a:ext cx="3383280" cy="29260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🛡️ 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2834640"/>
            <a:ext cx="155448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3108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Approve/reject vendors,</a:t>
            </a:r>
            <a:br/>
            <a:r>
              <a:t>moderate products &amp; reviews,</a:t>
            </a:r>
            <a:br/>
            <a:r>
              <a:t>manage categories &amp; banners,</a:t>
            </a:r>
            <a:br/>
            <a:r>
              <a:t>view GMV reports &amp;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🔒  Security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bcrypt Password Hashing  •  PDO Prepared Statements (SQL Injection Prevention)  •  Session-based Auth with Role Middleware  •  CSRF Protection  •  XSS Sanitization  •  Email Verification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Customer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🛒  Shopping Cart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Add/remove products, update quantity,</a:t>
            </a:r>
            <a:br/>
            <a:r>
              <a:t>view total with taxes &amp; shipping, AJAX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❤️  Wishlist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Save favorite products for later,</a:t>
            </a:r>
            <a:br/>
            <a:r>
              <a:t>one-click add to cart from wishlist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📦  Order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Real-time order status updates:</a:t>
            </a:r>
            <a:br/>
            <a:r>
              <a:t>Placed → Processing → Shipped →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⭐  Reviews &amp;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Rate products 1-5 stars with comments,</a:t>
            </a:r>
            <a:br/>
            <a:r>
              <a:t>helps other shoppers make 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🏠  Address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Save multiple shipping addresses,</a:t>
            </a:r>
            <a:br/>
            <a:r>
              <a:t>quick checkout with saved addresses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93776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🔍  Search &amp;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Search by keyword, filter by category,</a:t>
            </a:r>
            <a:br/>
            <a:r>
              <a:t>sort by price, rating, newest arrivals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Vendor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📝  Product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Add, edit, delete products with images</a:t>
            </a:r>
            <a:br/>
            <a:r>
              <a:t>SKU, pricing, stock, spotlight tags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📊  Sales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Revenue charts via Chart.js</a:t>
            </a:r>
            <a:br/>
            <a:r>
              <a:t>Daily/Monthly/Yearly performance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📋  Order Fulfillment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View incoming orders, update status</a:t>
            </a:r>
            <a:br/>
            <a:r>
              <a:t>(Processing → Shipped → Delivered)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💬  Review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Read customer reviews &amp; ratings</a:t>
            </a:r>
            <a:br/>
            <a:r>
              <a:t>Reply to customer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🏪  Store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Customize store name, logo, banner</a:t>
            </a:r>
            <a:br/>
            <a:r>
              <a:t>Manage GSTIN, contact info, 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93776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💰  Earnings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Track total sales, commissions</a:t>
            </a:r>
            <a:br/>
            <a:r>
              <a:t>View pending &amp; completed payouts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Admin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✅  Vendor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Review vendor applications</a:t>
            </a:r>
            <a:br/>
            <a:r>
              <a:t>Approve / Reject with status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📦  Product Moderation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Monitor all products across vendors</a:t>
            </a:r>
            <a:br/>
            <a:r>
              <a:t>Edit, hide, or remove listings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👥  User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View all registered users</a:t>
            </a:r>
            <a:br/>
            <a:r>
              <a:t>Activate / Suspend / Delete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📂  Category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Create &amp; manage product categories</a:t>
            </a:r>
            <a:br/>
            <a:r>
              <a:t>Hierarchical parent-child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📈  GMV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Gross Merchandise Value reports</a:t>
            </a:r>
            <a:br/>
            <a:r>
              <a:t>Revenue trends with Chart.js graphs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937760"/>
            <a:ext cx="5120640" cy="123444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🎫  Support Tickets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Manage customer support tickets</a:t>
            </a:r>
            <a:br/>
            <a:r>
              <a:t>Priority: Low / Medium / High / Urgent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 Catalog &amp; Shop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103120" cy="2743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⚡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37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Laptops, Phones, Headphones,</a:t>
            </a:r>
            <a:br/>
            <a:r>
              <a:t>Smart Watches, Cameras, Speakers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03120"/>
            <a:ext cx="2103120" cy="2743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72B6"/>
                </a:solidFill>
                <a:latin typeface="Calibri"/>
              </a:defRPr>
            </a:pPr>
            <a:r>
              <a:t>👗 Fashion &amp; 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34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Jeans, Sneakers, Shirts,</a:t>
            </a:r>
            <a:br/>
            <a:r>
              <a:t>Sunglasses, Watches, Bags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03120"/>
            <a:ext cx="2103120" cy="2743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🌿 Spices &amp; Organics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97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31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Turmeric, Pepper, Honey,</a:t>
            </a:r>
            <a:br/>
            <a:r>
              <a:t>Ghee, Tea, Dry Fruits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03120"/>
            <a:ext cx="2103120" cy="2743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🏠 Home &amp; Living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97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Lamps, Chairs, Appliances,</a:t>
            </a:r>
            <a:br/>
            <a:r>
              <a:t>Bedding, Kitchen, Furniture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03120"/>
            <a:ext cx="2103120" cy="2743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💄 Beauty &amp; Wellness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697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Serums, Sunscreen, Shampoo,</a:t>
            </a:r>
            <a:br/>
            <a:r>
              <a:t>Lipstick, Moisturizers, Oils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Shop Page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✦ Filter by Category  •  ✦ Spotlight Badges (Bestseller / Featured)  •  ✦ Sort by Price, Rating, Newest  •  ✦ AJAX Add-to-Cart</a:t>
            </a:r>
            <a:br/>
            <a:r>
              <a:t>✦ Product Detail Page with Image Gallery  •  ✦ Customer Reviews  •  ✦ Related Products  •  ✦ 162 Total Products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Order &amp; Payment Flow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Browse</a:t>
            </a:r>
            <a:br/>
            <a:r>
              <a:t>&amp; Add to</a:t>
            </a:r>
            <a:br/>
            <a:r>
              <a:t>Cart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37360" y="242316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2286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Review</a:t>
            </a:r>
            <a:br/>
            <a:r>
              <a:t>Cart &amp;</a:t>
            </a:r>
            <a:br/>
            <a:r>
              <a:t>Checkout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242316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2286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Enter</a:t>
            </a:r>
            <a:br/>
            <a:r>
              <a:t>Shipping</a:t>
            </a:r>
            <a:br/>
            <a:r>
              <a:t>Details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242316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60" y="228600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Select</a:t>
            </a:r>
            <a:br/>
            <a:r>
              <a:t>Payment</a:t>
            </a:r>
            <a:br/>
            <a:r>
              <a:t>Method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75120" y="242316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0" y="2286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Order</a:t>
            </a:r>
            <a:br/>
            <a:r>
              <a:t>Confirmed</a:t>
            </a:r>
            <a:br/>
            <a:r>
              <a:t>&amp; Placed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21040" y="242316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0" y="228600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Vendor</a:t>
            </a:r>
            <a:br/>
            <a:r>
              <a:t>Fulfills</a:t>
            </a:r>
            <a:br/>
            <a:r>
              <a:t>Order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66960" y="242316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9920" y="228600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Shipped</a:t>
            </a:r>
            <a:br/>
            <a:r>
              <a:t>&amp;</a:t>
            </a:r>
            <a:br/>
            <a:r>
              <a:t>Delivered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Supported Payment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💳  UPI / Razorpay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846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Simulated online payment gateway integration with transaction ID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🏧  Cash on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349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Pay when your order arrives — no advance payment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🧾  Order Status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Order Placed → Processing → Shipped → Out for Delivery → Delivered → Cancelled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 Summary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08483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Multi-vendor product listing with vendor-specific stores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06624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3-tier role-based access control (Customer, Vendor, Admin)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328416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552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Secure authentication with bcrypt hashing &amp; session management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50208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7705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AJAX-powered cart &amp; wishlist with real-time badge updates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57200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Product spotlight badges (Bestseller / Featured / Regular)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19379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Customer reviews &amp; ratings with vendor response capability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815584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7424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Multi-step checkout with UPI, Razorpay &amp; COD payment options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208483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Order lifecycle tracking with status notifications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0" y="2706624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633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Admin governance: vendor approvals, product moderation, analytics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3328416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2552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Responsive Bootstrap 5 UI with modern dark-themed design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3950208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87705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Sales analytics with Chart.js powered dashboards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457200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4988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Search, filter, sort across 162 products in 5 categories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519379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120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Support ticket system with priority levels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5815584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7424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Activity logging for security audit trail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Application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3258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📸  Homepage &amp; Hero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index.php — Category grid, trending products, seller spotlights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13258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📸  Shop / Catalog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shop.php — Filter sidebar, product cards, sort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5120640" cy="13258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📸  Product Detail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product.php — Image gallery, reviews, add-to-cart, related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66160"/>
            <a:ext cx="5120640" cy="13258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📸  Vendor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vendor/dashboard.php — Sales analytics, order management, product CRUD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5120640" cy="13258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📸  Admin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admin/dashboard.php — Vendor approvals, user management, GMV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120640"/>
            <a:ext cx="5120640" cy="13258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📸  Checkout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669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checkout.php — Address form, payment selection, order confirmation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91440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✅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Successfully built a full-stack multi-vendor marketplace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162 products across 5 categories with 383+ reviews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Complete CRUD operations for all user roles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Secure authentication &amp; authorization system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Responsive design works on all devices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Real-time AJAX interactions for seamless UX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Deployed on XAMPP with MySQL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3891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🚀 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7432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Live Razorpay / PayU payment gateway integration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Email &amp; SMS notification system (OTP verification)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AI-powered product recommendation engine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Real-time chat between buyer &amp; seller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Progressive Web App (PWA) for mobile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Multi-language &amp; multi-currency support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Cloud deployment (AWS / DigitalOcean)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108960"/>
            <a:ext cx="2103120" cy="635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Vyapar Setu — Multi-Vendor E-Commerce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937760"/>
            <a:ext cx="4846320" cy="1097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5074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By: Rakesh Sharma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Technology: PHP · MySQL · Bootstrap 5 · JavaScript · AJAX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
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4E"/>
            </a:gs>
            <a:gs pos="100000">
              <a:srgbClr val="2D1B6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4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3B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097280"/>
            <a:ext cx="8138160" cy="466344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1097280"/>
            <a:ext cx="8138160" cy="73152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46304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Poppins"/>
              </a:defRPr>
            </a:pPr>
            <a:r>
              <a:t>🛒  MULTI-VENDOR MARKETPLACE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01168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4E"/>
                </a:solidFill>
                <a:latin typeface="Poppins"/>
              </a:defRPr>
            </a:pPr>
            <a:r>
              <a:t>Multi-Vendor</a:t>
            </a:r>
            <a:br/>
            <a:r>
              <a:t>Marketplace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017520"/>
            <a:ext cx="246888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2918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5BDB"/>
                </a:solidFill>
                <a:latin typeface="Poppins"/>
              </a:defRPr>
            </a:pPr>
            <a:r>
              <a:t>Internship Final Year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9319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E2E"/>
                </a:solidFill>
                <a:latin typeface="Poppins"/>
              </a:defRPr>
            </a:pPr>
            <a:r>
              <a:t>Presented by  Rishiraj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34340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5A"/>
                </a:solidFill>
                <a:latin typeface="Poppins"/>
              </a:defRPr>
            </a:pPr>
            <a:r>
              <a:t>Diploma in Computer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7091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4A5A"/>
                </a:solidFill>
                <a:latin typeface="Poppins"/>
              </a:defRPr>
            </a:pPr>
            <a:r>
              <a:t>G. V. Acharya Polytechnic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0749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A8C"/>
                </a:solidFill>
                <a:latin typeface="Poppins"/>
              </a:defRPr>
            </a:pPr>
            <a:r>
              <a:t>Academic Year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Understanding Multi-Vendor Marketplaces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691640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916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What is a Multi-Vendor Marketplace?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A multi-vendor marketplace is an e-commerce platform where multiple independent vendors can list and sell their products through a single storefront, managed by a central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20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Global leader with</a:t>
            </a:r>
            <a:br/>
            <a:r>
              <a:t>millions of vendors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0175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32004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Flipkart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520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India's largest</a:t>
            </a:r>
            <a:br/>
            <a:r>
              <a:t>online marketplace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0175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66760" y="32004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Etsy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20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Handmade &amp; vintage</a:t>
            </a:r>
            <a:br/>
            <a:r>
              <a:t>specialty marketplace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4E"/>
                </a:solidFill>
                <a:latin typeface="Poppins"/>
              </a:defRPr>
            </a:pPr>
            <a:r>
              <a:t>Key Benefits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Poppins"/>
              </a:defRPr>
            </a:pPr>
            <a:r>
              <a:t>✅  Wider product selection for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50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Poppins"/>
              </a:defRPr>
            </a:pPr>
            <a:r>
              <a:t>✅  Low startup cost for vendors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984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Poppins"/>
              </a:defRPr>
            </a:pPr>
            <a:r>
              <a:t>✅  Revenue through commissions for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459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Poppins"/>
              </a:defRPr>
            </a:pPr>
            <a:r>
              <a:t>✅  Centralized order &amp; inventory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Challenges that inspired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4E"/>
                </a:solidFill>
                <a:latin typeface="Poppins"/>
              </a:defRPr>
            </a:pPr>
            <a:r>
              <a:t>Limited Online Presence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Poppins"/>
              </a:defRPr>
            </a:pPr>
            <a:r>
              <a:t>Small businesses lack the technical resources to build their own e-commerce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9659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4E"/>
                </a:solidFill>
                <a:latin typeface="Poppins"/>
              </a:defRPr>
            </a:pPr>
            <a:r>
              <a:t>No Centralized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Poppins"/>
              </a:defRPr>
            </a:pPr>
            <a:r>
              <a:t>Managing vendors, products, and orders across multiple systems is inefficient.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3434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4E"/>
                </a:solidFill>
                <a:latin typeface="Poppins"/>
              </a:defRPr>
            </a:pPr>
            <a:r>
              <a:t>Customer 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Poppins"/>
              </a:defRPr>
            </a:pPr>
            <a:r>
              <a:t>Individual vendors struggle to attract traffic and compete with large retailers.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2336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0" y="4343400"/>
            <a:ext cx="548640" cy="5486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4E"/>
                </a:solidFill>
                <a:latin typeface="Poppins"/>
              </a:defRPr>
            </a:pPr>
            <a:r>
              <a:t>Security Concerns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29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Poppins"/>
              </a:defRPr>
            </a:pPr>
            <a:r>
              <a:t>Lack of secure authentication and payment handling puts users at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Goals driving the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1783080"/>
            <a:ext cx="594360" cy="5943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4E"/>
                </a:solidFill>
                <a:latin typeface="Poppins"/>
              </a:defRPr>
            </a:pPr>
            <a:r>
              <a:t>Centralized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5A"/>
                </a:solidFill>
                <a:latin typeface="Poppins"/>
              </a:defRPr>
            </a:pPr>
            <a:r>
              <a:t>Build a unified platform for vendors and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19" y="178308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4E"/>
                </a:solidFill>
                <a:latin typeface="Poppins"/>
              </a:defRPr>
            </a:pPr>
            <a:r>
              <a:t>Secure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926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5A"/>
                </a:solidFill>
                <a:latin typeface="Poppins"/>
              </a:defRPr>
            </a:pPr>
            <a:r>
              <a:t>Implement role-based login with password hashing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1554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59" y="1783080"/>
            <a:ext cx="594360" cy="5943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4E"/>
                </a:solidFill>
                <a:latin typeface="Poppins"/>
              </a:defRPr>
            </a:pPr>
            <a:r>
              <a:t>Vendor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2926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5A"/>
                </a:solidFill>
                <a:latin typeface="Poppins"/>
              </a:defRPr>
            </a:pPr>
            <a:r>
              <a:t>Admin-approved vendor registration &amp; store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11680" y="43434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4E"/>
                </a:solidFill>
                <a:latin typeface="Poppins"/>
              </a:defRPr>
            </a:pPr>
            <a:r>
              <a:t>Product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5A"/>
                </a:solidFill>
                <a:latin typeface="Poppins"/>
              </a:defRPr>
            </a:pPr>
            <a:r>
              <a:t>Full CRUD with categories, images, inventory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19" y="4343400"/>
            <a:ext cx="594360" cy="5943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4E"/>
                </a:solidFill>
                <a:latin typeface="Poppins"/>
              </a:defRPr>
            </a:pPr>
            <a:r>
              <a:t>Order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5A"/>
                </a:solidFill>
                <a:latin typeface="Poppins"/>
              </a:defRPr>
            </a:pPr>
            <a:r>
              <a:t>Real-time order status updates for all stakeholders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9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9759" y="43434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4E"/>
                </a:solidFill>
                <a:latin typeface="Poppins"/>
              </a:defRPr>
            </a:pPr>
            <a:r>
              <a:t>Responsive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5A"/>
                </a:solidFill>
                <a:latin typeface="Poppins"/>
              </a:defRPr>
            </a:pPr>
            <a:r>
              <a:t>Mobile-first, works on all screen sizes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System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Three key roles in the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474720" cy="6400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1828800"/>
            <a:ext cx="731520" cy="7315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4E"/>
                </a:solidFill>
                <a:latin typeface="Poppins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Browse &amp; search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Add to cart &amp; wishlist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Place &amp; track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Write product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Manage profile &amp; addresses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554480"/>
            <a:ext cx="34747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0" y="18288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 Emoji"/>
              </a:defRPr>
            </a:pPr>
            <a:r>
              <a:t>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4E"/>
                </a:solidFill>
                <a:latin typeface="Poppins"/>
              </a:defRPr>
            </a:pPr>
            <a:r>
              <a:t>Vendor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Register &amp; manage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Add / edit / delete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Manage inventory &amp;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Process incoming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View sales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554480"/>
            <a:ext cx="34747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09760" y="182880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 Emoji"/>
              </a:defRPr>
            </a:pPr>
            <a: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4E"/>
                </a:solidFill>
                <a:latin typeface="Poppins"/>
              </a:defRPr>
            </a:pPr>
            <a: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Approve / reject vendors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Manage all users &amp;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View platform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Monitor orders &amp; payments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▸  System-wide oversight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High-level 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5BDB"/>
                </a:solidFill>
                <a:latin typeface="Poppins"/>
              </a:defRPr>
            </a:pPr>
            <a:r>
              <a:t>PRESENTATION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8288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1965960"/>
            <a:ext cx="411480" cy="41148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20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Customer</a:t>
            </a:r>
            <a:br/>
            <a:r>
              <a:t>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8288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83480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920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Vendor</a:t>
            </a:r>
            <a:br/>
            <a:r>
              <a:t>Panel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920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Admin</a:t>
            </a:r>
            <a:br/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5BDB"/>
                </a:solidFill>
                <a:latin typeface="Poppins"/>
              </a:defRPr>
            </a:pPr>
            <a:r>
              <a:t>▼  ▼  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oppins"/>
              </a:defRPr>
            </a:pPr>
            <a:r>
              <a:t>APPLICATION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703320"/>
            <a:ext cx="9418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45920" y="3886200"/>
            <a:ext cx="2011680" cy="54864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⚙️ PHP 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886200"/>
            <a:ext cx="2011680" cy="54864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⚙️ REST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86200"/>
            <a:ext cx="2011680" cy="54864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⚙️ Session Mgmt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886200"/>
            <a:ext cx="2011680" cy="54864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⚙️ Auth &amp; RBAC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C3AED"/>
                </a:solidFill>
                <a:latin typeface="Poppins"/>
              </a:defRPr>
            </a:pPr>
            <a:r>
              <a:t>▼  ▼  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Poppins"/>
              </a:defRPr>
            </a:pPr>
            <a:r>
              <a:t>DATA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394960"/>
            <a:ext cx="6675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0" y="5577840"/>
            <a:ext cx="2560320" cy="54864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Poppins"/>
              </a:defRPr>
            </a:pPr>
            <a:r>
              <a:t>🗄️ MySQL Database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577840"/>
            <a:ext cx="2560320" cy="54864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Poppins"/>
              </a:defRPr>
            </a:pPr>
            <a:r>
              <a:t>🗄️ File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Tools &amp; technologies powering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474720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1737360"/>
            <a:ext cx="640080" cy="64008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4E"/>
                </a:solidFill>
                <a:latin typeface="Poppins"/>
              </a:defRPr>
            </a:pPr>
            <a: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HTML5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Structure &amp; semantics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0480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CSS3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Styling &amp; animations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17719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Client-side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94959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Bootstrap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4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Responsive framework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1554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0" y="17373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4E"/>
                </a:solidFill>
                <a:latin typeface="Poppins"/>
              </a:defRPr>
            </a:pPr>
            <a:r>
              <a:t>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3063240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PHP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Server-side logic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840480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MySQL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Relational database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617719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6634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XAMPP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9377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Local dev server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55448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9760" y="17373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🛠️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4E"/>
                </a:solidFill>
                <a:latin typeface="Poppins"/>
              </a:defRPr>
            </a:pPr>
            <a:r>
              <a:t>Dev Tools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3063240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VS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Code editor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58200" y="3840480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Git &amp; GitHub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Version control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4617719"/>
            <a:ext cx="3017520" cy="640080"/>
          </a:xfrm>
          <a:prstGeom prst="round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0" y="46634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4E"/>
                </a:solidFill>
                <a:latin typeface="Poppins"/>
              </a:defRPr>
            </a:pPr>
            <a:r>
              <a:t>Chrome DevTools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9377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8C"/>
                </a:solidFill>
                <a:latin typeface="Poppins"/>
              </a:defRPr>
            </a:pPr>
            <a:r>
              <a:t>Debugging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16 interconnected tables powering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691640"/>
            <a:ext cx="411480" cy="41148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id, name, email, role,</a:t>
            </a:r>
            <a:br/>
            <a:r>
              <a:t>password_hash,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169164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Vendors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store_name, owner, gstin,</a:t>
            </a:r>
            <a:br/>
            <a:r>
              <a:t>status, commission_rate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69164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title, price, stock, sku,</a:t>
            </a:r>
            <a:br/>
            <a:r>
              <a:t>category_id, vendor_id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4612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383280"/>
            <a:ext cx="411480" cy="41148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83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name, slug, icon,</a:t>
            </a:r>
            <a:br/>
            <a:r>
              <a:t>parent_id, image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26280" y="33832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383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Cart / 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840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user_id, product_id,</a:t>
            </a:r>
            <a:br/>
            <a:r>
              <a:t>quantity, price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4612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66760" y="33832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❤️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Wishlist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40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user_id, product_id,</a:t>
            </a:r>
            <a:br/>
            <a:r>
              <a:t>created_at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5074920"/>
            <a:ext cx="411480" cy="41148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074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Orders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32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order_number, status,</a:t>
            </a:r>
            <a:br/>
            <a:r>
              <a:t>total_amount, address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9377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26280" y="5074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074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Payments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532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transaction_id, method,</a:t>
            </a:r>
            <a:br/>
            <a:r>
              <a:t>amount, 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9377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66760" y="50749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Segoe UI Emoji"/>
              </a:defRPr>
            </a:pPr>
            <a:r>
              <a:t>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5074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4E"/>
                </a:solidFill>
                <a:latin typeface="Poppins"/>
              </a:defRPr>
            </a:pPr>
            <a:r>
              <a:t>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532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rating, comment,</a:t>
            </a:r>
            <a:br/>
            <a:r>
              <a:t>vendor_response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Customer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End-to-end shopping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9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1508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Poppins"/>
              </a:defRPr>
            </a:pPr>
            <a:r>
              <a:t>Create account with</a:t>
            </a:r>
            <a:br/>
            <a:r>
              <a:t>email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8528" y="1554480"/>
            <a:ext cx="1508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50008" y="1737360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27432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Poppins"/>
              </a:defRPr>
            </a:pPr>
            <a:r>
              <a:t>Secure session-based</a:t>
            </a:r>
            <a:br/>
            <a: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2736" y="1554480"/>
            <a:ext cx="1508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14216" y="17373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Browse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7432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Poppins"/>
              </a:defRPr>
            </a:pPr>
            <a:r>
              <a:t>Search, filter &amp;</a:t>
            </a:r>
            <a:br/>
            <a:r>
              <a:t>explore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6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554480"/>
            <a:ext cx="1508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78424" y="17373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Wishlist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27432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Poppins"/>
              </a:defRPr>
            </a:pPr>
            <a:r>
              <a:t>Save favourite</a:t>
            </a:r>
            <a:br/>
            <a:r>
              <a:t>products for later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31152" y="1554480"/>
            <a:ext cx="1508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2632" y="17373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Cart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7432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Poppins"/>
              </a:defRPr>
            </a:pPr>
            <a:r>
              <a:t>Add items, adjust</a:t>
            </a:r>
            <a:br/>
            <a:r>
              <a:t>quantities &amp;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1554480"/>
            <a:ext cx="1508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06840" y="17373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Checkout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7432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Poppins"/>
              </a:defRPr>
            </a:pPr>
            <a:r>
              <a:t>Enter shipping info</a:t>
            </a:r>
            <a:br/>
            <a:r>
              <a:t>&amp; place order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59568" y="1554480"/>
            <a:ext cx="1508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71048" y="17373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8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4E"/>
                </a:solidFill>
                <a:latin typeface="Poppins"/>
              </a:defRPr>
            </a:pPr>
            <a:r>
              <a:t>Track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1008" y="27432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Poppins"/>
              </a:defRPr>
            </a:pPr>
            <a:r>
              <a:t>View order history</a:t>
            </a:r>
            <a:br/>
            <a:r>
              <a:t>&amp; live 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72000"/>
            <a:ext cx="2743200" cy="50292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🔍 Advanced search with filters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7560" y="4572000"/>
            <a:ext cx="2743200" cy="50292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📱 Fully responsive mobile layout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572000"/>
            <a:ext cx="2743200" cy="50292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⭐ Product reviews &amp; ratings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4572000"/>
            <a:ext cx="2743200" cy="50292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📜 Detailed order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Vendor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Complete store management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10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Apply as vendor with store</a:t>
            </a:r>
            <a:br/>
            <a:r>
              <a:t>details, await admin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Overview of sales, orders,</a:t>
            </a:r>
            <a:br/>
            <a:r>
              <a:t>revenue &amp;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Product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Create, read, update &amp; delete</a:t>
            </a:r>
            <a:br/>
            <a:r>
              <a:t>products with images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Track stock levels, low-stock</a:t>
            </a:r>
            <a:br/>
            <a:r>
              <a:t>alerts, bulk updates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17720" y="4297680"/>
            <a:ext cx="548640" cy="5486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View &amp; process incoming</a:t>
            </a:r>
            <a:br/>
            <a:r>
              <a:t>orders, update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58200" y="42976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Sales reports, revenue trends,</a:t>
            </a:r>
            <a:br/>
            <a:r>
              <a:t>top-selling products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Platform control &amp; oversight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11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User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View, activate, suspend</a:t>
            </a:r>
            <a:br/>
            <a:r>
              <a:t>or delete user accounts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Vendor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Review vendor applications,</a:t>
            </a:r>
            <a:br/>
            <a:r>
              <a:t>approve or reject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Product 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Monitor all products,</a:t>
            </a:r>
            <a:br/>
            <a:r>
              <a:t>remove violations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Reports &amp;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Revenue, orders, users</a:t>
            </a:r>
            <a:br/>
            <a:r>
              <a:t>platform-wide stats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17720" y="4297680"/>
            <a:ext cx="548640" cy="5486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Real-time overview of</a:t>
            </a:r>
            <a:br/>
            <a:r>
              <a:t>all platform 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58200" y="42976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4E"/>
                </a:solidFill>
                <a:latin typeface="Poppins"/>
              </a:defRPr>
            </a:pPr>
            <a:r>
              <a:t>Activity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Track all actions for</a:t>
            </a:r>
            <a:br/>
            <a:r>
              <a:t>audit &amp; 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End-to-end user journey flowchart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12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2926080"/>
            <a:ext cx="1188720" cy="118872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Register /</a:t>
            </a:r>
            <a:br/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3867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58187" y="2926080"/>
            <a:ext cx="1188720" cy="118872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Browse</a:t>
            </a:r>
            <a:br/>
            <a: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1187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2926080"/>
            <a:ext cx="1188720" cy="11887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Add to</a:t>
            </a:r>
            <a:br/>
            <a:r>
              <a:t>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507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2827" y="2926080"/>
            <a:ext cx="1188720" cy="11887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Checkout</a:t>
            </a:r>
            <a:br/>
            <a:r>
              <a:t>&amp;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5827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926080"/>
            <a:ext cx="1188720" cy="1188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Order</a:t>
            </a:r>
            <a:br/>
            <a:r>
              <a:t>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3147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7467" y="2926080"/>
            <a:ext cx="1188720" cy="1188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6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Vendor</a:t>
            </a:r>
            <a:br/>
            <a:r>
              <a:t>Processes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0467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2926080"/>
            <a:ext cx="1188720" cy="1188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7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Shipped &amp;</a:t>
            </a:r>
            <a:br/>
            <a:r>
              <a:t>Delivered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7787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8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2107" y="2926080"/>
            <a:ext cx="1188720" cy="1188720"/>
          </a:xfrm>
          <a:prstGeom prst="roundRect">
            <a:avLst/>
          </a:prstGeom>
          <a:solidFill>
            <a:srgbClr val="4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8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Admin</a:t>
            </a:r>
            <a:br/>
            <a:r>
              <a:t>Monitors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64008" cy="13716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4E"/>
                </a:solidFill>
                <a:latin typeface="Poppins"/>
              </a:defRPr>
            </a:pPr>
            <a:r>
              <a:t>Customer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Register → Browse → Cart → Checkout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7548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4754880"/>
            <a:ext cx="64008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4892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4E"/>
                </a:solidFill>
                <a:latin typeface="Poppins"/>
              </a:defRPr>
            </a:pPr>
            <a:r>
              <a:t>System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257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Order Confirmed → Payment Processed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7548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54880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892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4E"/>
                </a:solidFill>
                <a:latin typeface="Poppins"/>
              </a:defRPr>
            </a:pPr>
            <a:r>
              <a:t>Vendor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57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Receive Order → Process → Ship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7548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4754880"/>
            <a:ext cx="64008" cy="1371600"/>
          </a:xfrm>
          <a:prstGeom prst="rect">
            <a:avLst/>
          </a:prstGeom>
          <a:solidFill>
            <a:srgbClr val="4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892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4E"/>
                </a:solidFill>
                <a:latin typeface="Poppins"/>
              </a:defRPr>
            </a:pPr>
            <a:r>
              <a:t>Admin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5257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Monitor → Report → Manage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What makes this platform stand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13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74520"/>
            <a:ext cx="594360" cy="5943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288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Multi-Vendor</a:t>
            </a:r>
            <a:br/>
            <a:r>
              <a:t>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59" y="187452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399" y="18288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Responsive</a:t>
            </a:r>
            <a:br/>
            <a:r>
              <a:t>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199" y="18745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39" y="18288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Secure</a:t>
            </a:r>
            <a:br/>
            <a:r>
              <a:t>Authentication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56616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204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Search &amp;</a:t>
            </a:r>
            <a:br/>
            <a:r>
              <a:t>Filter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2461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09159" y="3566160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❤️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35204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Wishlist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9" y="32461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58199" y="3566160"/>
            <a:ext cx="594360" cy="5943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35204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Shopping</a:t>
            </a:r>
            <a:br/>
            <a:r>
              <a:t>Cart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2578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212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Inventory</a:t>
            </a:r>
            <a:br/>
            <a:r>
              <a:t>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493776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09159" y="525780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399" y="5212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Order</a:t>
            </a:r>
            <a:br/>
            <a:r>
              <a:t>Tracking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9" y="493776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58199" y="525780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39" y="5212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Sales</a:t>
            </a:r>
            <a:br/>
            <a:r>
              <a:t>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Why choose this marketplace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14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74520"/>
            <a:ext cx="548640" cy="5486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Easy to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945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Poppins"/>
              </a:defRPr>
            </a:pPr>
            <a:r>
              <a:t>Intuitive interface designed for all user types — customers, vendors, and admins.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18745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Helps Small Businesses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1945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Poppins"/>
              </a:defRPr>
            </a:pPr>
            <a:r>
              <a:t>Provides a ready-made platform for small businesses to reach customers without building their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661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74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Better Customer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86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Poppins"/>
              </a:defRPr>
            </a:pPr>
            <a:r>
              <a:t>Smooth browsing, wishlists, reviews, and streamlined checkout process.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461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35661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474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Scalable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886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Poppins"/>
              </a:defRPr>
            </a:pPr>
            <a:r>
              <a:t>Modular design supports growing number of vendors, products, and users.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257800"/>
            <a:ext cx="548640" cy="5486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166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Secure &amp; Reliable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5778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Poppins"/>
              </a:defRPr>
            </a:pPr>
            <a:r>
              <a:t>Role-based access control, password hashing, and input validation.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9377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29400" y="5257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166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Centralized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5778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Poppins"/>
              </a:defRPr>
            </a:pPr>
            <a:r>
              <a:t>Single admin dashboard to monitor and control the entire 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Planned enhancements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15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64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4E"/>
                </a:solidFill>
                <a:latin typeface="Poppins"/>
              </a:defRPr>
            </a:pPr>
            <a:r>
              <a:t>Payment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Integrate Razorpay / Stripe</a:t>
            </a:r>
            <a:br/>
            <a:r>
              <a:t>for online 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828800"/>
            <a:ext cx="91440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Phase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664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4E"/>
                </a:solidFill>
                <a:latin typeface="Poppins"/>
              </a:defRPr>
            </a:pPr>
            <a:r>
              <a:t>Mobile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Native Android/iOS app</a:t>
            </a:r>
            <a:br/>
            <a:r>
              <a:t>for on-the-go shopping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1828800"/>
            <a:ext cx="91440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Phase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944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4E"/>
                </a:solidFill>
                <a:latin typeface="Poppins"/>
              </a:defRPr>
            </a:pPr>
            <a:r>
              <a:t>AI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46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ML-powered product suggestions</a:t>
            </a:r>
            <a:br/>
            <a:r>
              <a:t>based on user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108960"/>
            <a:ext cx="91440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Phase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83464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30175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944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4E"/>
                </a:solidFill>
                <a:latin typeface="Poppins"/>
              </a:defRPr>
            </a:pPr>
            <a:r>
              <a:t>Delivery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246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Real-time delivery tracking</a:t>
            </a:r>
            <a:br/>
            <a:r>
              <a:t>with map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3108960"/>
            <a:ext cx="91440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Phase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148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224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4E"/>
                </a:solidFill>
                <a:latin typeface="Poppins"/>
              </a:defRPr>
            </a:pPr>
            <a:r>
              <a:t>Coupons &amp; Offers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Discount codes, flash sales,</a:t>
            </a:r>
            <a:br/>
            <a:r>
              <a:t>and promotional campaigns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4389120"/>
            <a:ext cx="91440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Phase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148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0" y="42976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224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4E"/>
                </a:solidFill>
                <a:latin typeface="Poppins"/>
              </a:defRPr>
            </a:pPr>
            <a:r>
              <a:t>Email 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Automated emails for orders,</a:t>
            </a:r>
            <a:br/>
            <a:r>
              <a:t>shipping &amp; promotions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4389120"/>
            <a:ext cx="91440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Phase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41148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57600" y="42976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224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4E"/>
                </a:solidFill>
                <a:latin typeface="Poppins"/>
              </a:defRPr>
            </a:pPr>
            <a:r>
              <a:t>Multi-language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Poppins"/>
              </a:defRPr>
            </a:pPr>
            <a:r>
              <a:t>Support for Hindi, Marathi,</a:t>
            </a:r>
            <a:br/>
            <a:r>
              <a:t>and other languages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4389120"/>
            <a:ext cx="91440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Poppins"/>
              </a:defRPr>
            </a:pPr>
            <a:r>
              <a:t>Phase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Live application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16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mepage_hero_17860277751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329184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337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4E"/>
                </a:solidFill>
                <a:latin typeface="Poppins"/>
              </a:defRPr>
            </a:pPr>
            <a:r>
              <a:t>Home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p_page_1786027831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645920"/>
            <a:ext cx="329184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9120" y="3337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4E"/>
                </a:solidFill>
                <a:latin typeface="Poppins"/>
              </a:defRPr>
            </a:pPr>
            <a:r>
              <a:t>Shop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duct_detail_17860279329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645920"/>
            <a:ext cx="329184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3337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4E"/>
                </a:solidFill>
                <a:latin typeface="Poppins"/>
              </a:defRPr>
            </a:pPr>
            <a:r>
              <a:t>Product Detail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ustomer_dashboard_17860280451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3291840" cy="1645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4E"/>
                </a:solidFill>
                <a:latin typeface="Poppins"/>
              </a:defRPr>
            </a:pPr>
            <a:r>
              <a:t>Customer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endor_dashboard_17860281324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4114800"/>
            <a:ext cx="3291840" cy="1645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89120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4E"/>
                </a:solidFill>
                <a:latin typeface="Poppins"/>
              </a:defRPr>
            </a:pPr>
            <a:r>
              <a:t>Vendor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dmin_dashboard_17860281900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114800"/>
            <a:ext cx="3291840" cy="1645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0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4E"/>
                </a:solidFill>
                <a:latin typeface="Poppins"/>
              </a:defRPr>
            </a:pPr>
            <a:r>
              <a:t>Admin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4E"/>
                </a:solidFill>
                <a:latin typeface="Poppins"/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8C"/>
                </a:solidFill>
                <a:latin typeface="Poppins"/>
              </a:defRPr>
            </a:pPr>
            <a:r>
              <a:t>Key takeaways &amp;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8C"/>
                </a:solidFill>
                <a:latin typeface="Poppins"/>
              </a:defRPr>
            </a:pPr>
            <a: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828800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Key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Built a full-stack multi-vendor marketplace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Implemented 3 distinct user roles with RBAC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Designed 16-table relational database schema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Created responsive UI with Bootstrap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8288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Skills Learned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Full-stack web development (PHP + MySQL)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Database design &amp; normalization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UI/UX design principles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Version control with Git &amp; GitHub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3891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89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Technologies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HTML5, CSS3, JavaScript, Bootstrap 5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PHP 8.x, MySQL / MariaDB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XAMPP, VS Code, Chrome DevTools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Git &amp; GitHub for collaboration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148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0" y="43891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 Emoji"/>
              </a:defRPr>
            </a:pPr>
            <a:r>
              <a:t>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89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4E"/>
                </a:solidFill>
                <a:latin typeface="Poppins"/>
              </a:defRPr>
            </a:pPr>
            <a:r>
              <a:t>Internship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89204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Successfully completed the project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Gained real-world development experience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Learned project management &amp; planning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4A4A5A"/>
                </a:solidFill>
                <a:latin typeface="Poppins"/>
              </a:defRPr>
            </a:pPr>
            <a:r>
              <a:t>• Ready for deployment &amp; future scaling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4E"/>
            </a:gs>
            <a:gs pos="100000">
              <a:srgbClr val="2D1B6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4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B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6675120" cy="411480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371600"/>
            <a:ext cx="6675120" cy="73152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4E"/>
                </a:solidFill>
                <a:latin typeface="Poppins"/>
              </a:defRPr>
            </a:pPr>
            <a: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834640"/>
            <a:ext cx="2103120" cy="45720"/>
          </a:xfrm>
          <a:prstGeom prst="rect">
            <a:avLst/>
          </a:prstGeom>
          <a:gradFill rotWithShape="1">
            <a:gsLst>
              <a:gs pos="0">
                <a:srgbClr val="3B5BDB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1089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C3AED"/>
                </a:solidFill>
                <a:latin typeface="Poppins"/>
              </a:defRPr>
            </a:pPr>
            <a:r>
              <a:t>Questions &amp;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7490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E2E"/>
                </a:solidFill>
                <a:latin typeface="Poppins"/>
              </a:defRPr>
            </a:pPr>
            <a:r>
              <a:t>Rishiraj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5A"/>
                </a:solidFill>
                <a:latin typeface="Poppins"/>
              </a:defRPr>
            </a:pPr>
            <a:r>
              <a:t>Diploma in Computer Engineering  •  G. V. Acharya Polytechnic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572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A8C"/>
                </a:solidFill>
                <a:latin typeface="Poppins"/>
              </a:defRPr>
            </a:pPr>
            <a:r>
              <a:t>Multi-Vendor Marketplace System  |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